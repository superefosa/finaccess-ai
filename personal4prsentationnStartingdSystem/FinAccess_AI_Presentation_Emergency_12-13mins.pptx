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FinAccess AI – Emergency Version (12–13 mins)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Efosa Kelvin Obasuyi</a:t>
            </a:r>
          </a:p>
          <a:p>
            <a:r>
              <a:t>Jimly Okeke</a:t>
            </a:r>
          </a:p>
          <a:p>
            <a:r>
              <a:t>Eze Odira Obianuju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lending: slow, biased, inaccessible</a:t>
            </a:r>
          </a:p>
          <a:p>
            <a:r>
              <a:t>Solution: AI-powered lending platform with scoring and admin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Vercel</a:t>
            </a:r>
          </a:p>
          <a:p>
            <a:r>
              <a:t>Backend: FastAPI</a:t>
            </a:r>
          </a:p>
          <a:p>
            <a:r>
              <a:t>AI Model Integration</a:t>
            </a:r>
          </a:p>
          <a:p>
            <a:r>
              <a:t>Database +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Login → Financial Profile</a:t>
            </a:r>
          </a:p>
          <a:p>
            <a:r>
              <a:t>Data feeds AI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Credit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evaluates risk</a:t>
            </a:r>
          </a:p>
          <a:p>
            <a:r>
              <a:t>Generates credit score</a:t>
            </a:r>
          </a:p>
          <a:p>
            <a:r>
              <a:t>Key differentiator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request</a:t>
            </a:r>
          </a:p>
          <a:p>
            <a:r>
              <a:t>System attaches AI score</a:t>
            </a:r>
          </a:p>
          <a:p>
            <a:r>
              <a:t>Ready for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applications</a:t>
            </a:r>
          </a:p>
          <a:p>
            <a:r>
              <a:t>Review scores</a:t>
            </a:r>
          </a:p>
          <a:p>
            <a:r>
              <a:t>Make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FastAPI, JWT, bcrypt</a:t>
            </a:r>
          </a:p>
          <a:p>
            <a:r>
              <a:t>REST APIs</a:t>
            </a:r>
          </a:p>
          <a:p>
            <a:r>
              <a:t>Cloud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issues</a:t>
            </a:r>
          </a:p>
          <a:p>
            <a:r>
              <a:t>Environment setup</a:t>
            </a:r>
          </a:p>
          <a:p>
            <a:r>
              <a:t>AI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models</a:t>
            </a:r>
          </a:p>
          <a:p>
            <a:r>
              <a:t>Bank APIs</a:t>
            </a:r>
          </a:p>
          <a:p>
            <a:r>
              <a:t>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Software Engineering</a:t>
            </a:r>
          </a:p>
          <a:p>
            <a:r>
              <a:t>Scalable financial solution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