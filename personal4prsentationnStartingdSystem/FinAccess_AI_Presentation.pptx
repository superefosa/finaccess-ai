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FinAccess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Credit Assessment Platform</a:t>
            </a:r>
          </a:p>
          <a:p>
            <a:r>
              <a:t>Efosa Kelvin Obasuyi</a:t>
            </a:r>
          </a:p>
          <a:p>
            <a:r>
              <a:t>Jimly Okeke</a:t>
            </a:r>
          </a:p>
          <a:p>
            <a:r>
              <a:t>Eze Odira Obianuju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lending is:</a:t>
            </a:r>
          </a:p>
          <a:p>
            <a:r>
              <a:t>- Slow</a:t>
            </a:r>
          </a:p>
          <a:p>
            <a:r>
              <a:t>- Biased</a:t>
            </a:r>
          </a:p>
          <a:p>
            <a:r>
              <a:t>- Inaccessible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Full-stack platform</a:t>
            </a:r>
          </a:p>
          <a:p>
            <a:r>
              <a:t>AI credit scoring</a:t>
            </a:r>
          </a:p>
          <a:p>
            <a:r>
              <a:t>Admin dashboard</a:t>
            </a:r>
          </a:p>
          <a:p>
            <a:r>
              <a:t>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Vercel</a:t>
            </a:r>
          </a:p>
          <a:p>
            <a:r>
              <a:t>Backend: FastAPI</a:t>
            </a:r>
          </a:p>
          <a:p>
            <a:r>
              <a:t>AI Model Integration</a:t>
            </a:r>
          </a:p>
          <a:p>
            <a:r>
              <a:t>Database +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</a:t>
            </a:r>
          </a:p>
          <a:p>
            <a:r>
              <a:t>Login</a:t>
            </a:r>
          </a:p>
          <a:p>
            <a:r>
              <a:t>Submit Financial Profile</a:t>
            </a:r>
          </a:p>
          <a:p>
            <a:r>
              <a:t>AI processes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Credit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evaluates risk</a:t>
            </a:r>
          </a:p>
          <a:p>
            <a:r>
              <a:t>Generates score</a:t>
            </a:r>
          </a:p>
          <a:p>
            <a:r>
              <a:t>Key differentiator: intelligent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request</a:t>
            </a:r>
          </a:p>
          <a:p>
            <a:r>
              <a:t>System attaches AI score</a:t>
            </a:r>
          </a:p>
          <a:p>
            <a:r>
              <a:t>Ready for admin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applications</a:t>
            </a:r>
          </a:p>
          <a:p>
            <a:r>
              <a:t>See scores</a:t>
            </a:r>
          </a:p>
          <a:p>
            <a:r>
              <a:t>Make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</a:t>
            </a:r>
          </a:p>
          <a:p>
            <a:r>
              <a:t>JWT Auth</a:t>
            </a:r>
          </a:p>
          <a:p>
            <a:r>
              <a:t>bcrypt hashing</a:t>
            </a:r>
          </a:p>
          <a:p>
            <a:r>
              <a:t>REST APIs</a:t>
            </a:r>
          </a:p>
          <a:p>
            <a:r>
              <a:t>Cloud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issues</a:t>
            </a:r>
          </a:p>
          <a:p>
            <a:r>
              <a:t>Environment setup</a:t>
            </a:r>
          </a:p>
          <a:p>
            <a:r>
              <a:t>AI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models</a:t>
            </a:r>
          </a:p>
          <a:p>
            <a:r>
              <a:t>Bank API integration</a:t>
            </a:r>
          </a:p>
          <a:p>
            <a:r>
              <a:t>Automation</a:t>
            </a:r>
          </a:p>
          <a:p>
            <a:r>
              <a:t>UI improvements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+ Software Engineering</a:t>
            </a:r>
          </a:p>
          <a:p>
            <a:r>
              <a:t>Scalable financial solution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